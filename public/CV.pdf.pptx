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9" d="100"/>
          <a:sy n="99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CCE25-BF00-4074-BE74-9DC6E1CD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027CDD-3478-4902-BB4C-0F1295C6C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53CC6F-AA7D-4CB0-81D0-D9BDEF82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852C72-70C7-4BA9-99A9-C4BD5361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307FF5-5423-4713-AB1C-F3327B5E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6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DAF22-9C6B-4B41-9322-6B0141DB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6B49AB-B1CC-4899-8948-8F456381A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B5369-67F6-4890-9B0D-BC65A22A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C5994-11C8-4B96-9360-C453C6F5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732D32-38C6-4D12-BD46-911988AB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7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203E5-97B5-4257-867D-7B595BA9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C1DECB-6610-4EEA-91EA-50BE2766A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14ADC7-C759-4DDE-809D-2E7B2D5C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7F9995-A542-4D5D-BE47-B1E89098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ACCF13-0DDF-4794-9257-600C6E0F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15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DDD1E-2707-4A8F-AA94-3BA61F26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AA1FD-6086-48D6-841F-B0CE4018E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EC8752-505D-4CF0-950B-7BD3EFA3E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79F887-DB2D-4D8C-9F1E-1E78FDE69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53F7C4-D5BE-416B-90EB-0B85A5E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3492F0-0F13-45B9-B46C-E2E3A2F2C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53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95153-DC4F-4699-86DF-5B986587C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888BB8-9348-4991-AC08-8EA58A332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D814AF-171B-43A0-ACAE-1249CE057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3320D6-5487-4939-B20A-8E3103417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7F4C96-2392-41D7-8D64-6CCD3DD1E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9738F1-EB16-4133-8AC8-1A4AF153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D95D4F-9362-4FBF-831D-234264E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CB00695-01FC-47EB-87ED-A7B58301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278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CC564-E520-4E7D-BAE3-9A4E93B2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62D40E-9B2C-4838-9C52-4714E05B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5A8BE1-542C-41DB-9D90-B047792A3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742C6C-2602-4428-A397-E00DB83C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07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503C72-B3E8-4CDF-82B4-826BA29B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6B802AF-BBB5-4496-A803-62104F8B6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53E1C8-FCBD-4F85-87A6-D9BDE173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19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220FB-F375-4A7E-9DB5-DA2DC6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742574-5268-4D31-AF5D-F34783DA9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89A48C-F1FC-48EB-B094-CE0B6A986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215575-6EDE-4514-ABA8-CE693457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2EF0FF-4FAF-4E27-9E11-A7912B9A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EA9C55-CF6D-435A-AAB1-D217F5FF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31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68635-3471-436E-9BF2-55087C3B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C90912-8AFF-49F0-A5A6-A6ED764D0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A2D666-1092-4CE2-B14F-A99A65EDC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C858F7-5AA3-4FE2-BE67-80AC423D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0652A5-9061-4E61-93DE-03BABA65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F6B6A0-07B1-404D-80A1-7FFBB3D6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36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94A03-F4B7-4284-B1B5-D7084B883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BCFCEC-8394-4959-A129-BC1F8DB5C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217CAE-330D-4D30-900B-83F48E359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E8F4AD-826A-4F2B-A20B-FC87DEF2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E9026B-2306-4098-B626-3A28C382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02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F78CE52-394D-477A-92B6-35B40CD85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0B78F5-0695-46F1-A354-E04B5DBCE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352043-363E-4715-8370-B935E086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8457D7-B185-41CF-A58A-AA18DDF9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717FBC-B647-43E1-8297-C0E49816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7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49F3C-0BF2-428F-8843-CC7A26E2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A562DD-74B5-43B8-AE65-3D71EEAE9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C2F715-12D3-4185-85BC-43ACC722A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1E8B-5820-44DD-BA64-824FA9D8BD3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E347C8-22E6-4C32-8B63-B566239C9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5AFFF0-1BD2-49CF-93EE-B2F8FB109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D0C6-F047-40A3-8814-BDFFC015CB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48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52A69E-C1F7-437E-A0EB-AFFD79942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262" y="0"/>
            <a:ext cx="4841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865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2026-01-07T08:09:17Z</dcterms:created>
  <dcterms:modified xsi:type="dcterms:W3CDTF">2026-01-07T08:14:47Z</dcterms:modified>
</cp:coreProperties>
</file>